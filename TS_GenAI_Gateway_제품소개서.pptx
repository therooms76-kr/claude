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4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TS GenAI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BFFF"/>
                </a:solidFill>
              </a:defRPr>
            </a:pPr>
            <a:r>
              <a:t>모든 AI를 하나로, 사용한 만큼만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34A4"/>
                </a:solidFill>
              </a:defRPr>
            </a:pPr>
            <a:r>
              <a:t>기업이 AI 도입하며 겪는 현실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💸 AI 구독료 폭발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ChatGPT Plus $20 + Claude Pro $20 + Gemini $20 = 팀 10명이면 월 $600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실제 사용량은 50%인데 100% 요금 지불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🔒 보안 리스크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직원들이 개인 계정으로 회사 기밀 입력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데이터가 어디로 가는지 추적 불가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🎯 관리 불가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어떤 팀이 얼마나 사용하는지 모름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프롬프트 품질 천차만별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노하우가 개인에게만 축적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34A4"/>
                </a:solidFill>
              </a:defRPr>
            </a:pPr>
            <a:r>
              <a:t>기존 해결책이 실패하는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❌ 개인 계정 사용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→ 보안 위험, 비용 통제 불가, 지식 공유 안 됨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❌ 한 가지 AI만 선택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→ 용도별 최적 모델 활용 불가 (GPT-4 vs Claude vs Gemini)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❌ 자체 개발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→ 개발 비용 $50K+, 유지보수 부담, 6개월 지연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✅ 필요한 것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→ 통합 접근 + 실시간 비용 관리 + 엔터프라이즈 보안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34A4"/>
                </a:solidFill>
              </a:defRPr>
            </a:pPr>
            <a:r>
              <a:t>TS GenAI Gateway: 모든 AI를 하나로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🎯 핵심 가치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1️⃣ 하나의 인터페이스로 10개 AI 모델 접근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ChatGPT, Claude, Gemini, Llama 등 원하는 모델 즉시 전환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2️⃣ 토큰 단위 실시간 비용 추적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이 대화가 지금 얼마? → 즉시 확인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예산 80% 도달 시 자동 알림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3️⃣ 엔터프라이즈 보안 및 거버넌스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민감정보 자동 필터링 (Presidio SDK)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모든 대화 감사 로그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4️⃣ 팀 협업 및 지식 축적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프롬프트 템플릿 200+ 제공 및 팀 공유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대화 히스토리 검색 및 재사용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34A4"/>
                </a:solidFill>
              </a:defRPr>
            </a:pPr>
            <a:r>
              <a:t>핵심 기능 1: 통합 AI 모델 허브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🤖 지원 모델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OpenAI GPT-4, GPT-3.5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Anthropic Claude 3 Opus/Sonnet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Google Gemini Pro/Ultra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Meta Llama 3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오픈소스 모델 (Mistral 등)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🔄 실시간 전환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대화 중 모델 변경 가능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용도별 최적 모델 자동 추천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A/B 테스트로 성능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6459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📊 모델 카탈로그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각 모델의 상세 스펙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- 컨텍스트 윈도우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- 토큰당 가격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- 지원 기능 (이미지, 파일 등)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🎯 사용 사례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코드 생성 → GPT-4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긴 문서 분석 → Claude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빠른 답변 → Gemini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비용 절감 → Llama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34A4"/>
                </a:solidFill>
              </a:defRPr>
            </a:pPr>
            <a:r>
              <a:t>핵심 기능 2: 스마트한 비용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💰 실시간 토큰 추적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Input/Output 토큰 정확히 계산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대화 중 실시간 비용 표시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일/주/월별 사용량 분석 대시보드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🎯 유연한 한도 설정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사용자별, 팀별, 프로젝트별 예산 설정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소프트 리밋 (알림) vs 하드 리밋 (차단)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80% 도달 시 이메일/슬랙 알림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📊 예측 및 최적화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향후 비용 추이 예측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비효율적 사용 패턴 자동 감지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월말 청구서 대신 실시간 투명성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34A4"/>
                </a:solidFill>
              </a:defRPr>
            </a:pPr>
            <a:r>
              <a:t>핵심 기능 3: 엔터프라이즈급 보안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🔐 민감정보 보호 (Presidio SDK)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이메일, 전화번호, 주민번호 자동 마스킹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전송 전 필터링 → AI에 도달하기 전 차단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📝 완전한 감사 추적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모든 대화, 파일 업로드 기록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누가, 언제, 무엇을, 어느 모델에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규정 준수 (GDPR, HIPAA 대응)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🔑 세밀한 접근 제어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OAuth 기반 소셜 로그인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역할 기반 권한 관리 (Admin/User)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API 키 발급 및 관리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🛡️ 보안 이벤트 모니터링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비정상 로그인 시도 자동 탐지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의심스러운 프롬프트 패턴 알림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34A4"/>
                </a:solidFill>
              </a:defRPr>
            </a:pPr>
            <a:r>
              <a:t>핵심 기능 4: 협업과 생산성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👥 팀 협업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그룹 채팅 (실시간 동기화)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대화 공유 및 컨텍스트 유지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실시간 다국어 번역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📚 지식 관리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프롬프트 템플릿 200+ 제공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- 법률, 마케팅, 개발 등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커스텀 템플릿 저장/공유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Git 스타일 버전 관리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🔍 스마트 검색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전체 대화 히스토리 검색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AI 기반 자동 요약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북마크 및 태그 분류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6459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🗂️ 프로젝트 관리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프로젝트별 컨텍스트 분리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접근 권한 설정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  (비공개/팀/조직)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프로젝트별 비용 추적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📎 파일 지원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문서/이미지 업로드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버전 관리 (v1.0, v1.1)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PDF, PNG, CSV 등 지원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🎨 사용자 경험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스트리밍 응답 (실시간)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응답 중단 기능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모바일 최적화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34A4"/>
                </a:solidFill>
              </a:defRPr>
            </a:pPr>
            <a:r>
              <a:t>왜 TS GenAI Gateway인가?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⚡ 유일한 토큰 단위 실시간 추적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경쟁사: 월말 청구서 보고 놀람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우리: 매 순간 정확히 파악, 예산 초과 Zero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🔄 진정한 멀티 모델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경쟁사: 한 모델만 또는 복잡한 전환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우리: 클릭 한 번에 10개 모델 자유롭게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🛡️ 내장된 엔터프라이즈 보안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경쟁사: 보안은 별도 구축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우리: Presidio 기반 민감정보 자동 필터링 내장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📚 검증된 템플릿 200+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경쟁사: 빈 화면에서 시작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우리: 업종별 베스트 프랙티스 즉시 활용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💰 사용한 만큼만 (Pay-as-you-go)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경쟁사: 월 $20 고정 요금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우리: 실제 사용량만 결제, 평균 70% 절감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34A4"/>
                </a:solidFill>
              </a:defRPr>
            </a:pPr>
            <a:r>
              <a:t>Phase 1 주요 기능 (28개 기능)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👤 사용자 관리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개인 프로필 및 선호 설정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프롬프트 템플릿 관리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토큰 사용량 추적/한도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대화 히스토리 관리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그룹 채팅 및 실시간 번역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🔐 인증 및 보안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OAuth 소셜 로그인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API 키 관리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보안 이벤트 로깅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민감정보 필터 (Presidio)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📁 프로젝트 관리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프로젝트 생성 및 설정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태그/메타데이터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6459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🤖 AI 모델 통합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10+ 모델 카탈로그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호환 API 및 어댑터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OpenAI 호환 엔드포인트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💬 대화 관리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컨텍스트 유지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스트리밍 응답 (SSE)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북마크 및 태그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💰 크레딧 시스템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종량제 결제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사용량 한도 및 알림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📊 통계/모니터링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사용량 대시보드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비용 분석 및 예측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34A4"/>
                </a:solidFill>
              </a:defRPr>
            </a:pPr>
            <a:r>
              <a:t>지금 바로 시작하세요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🚀 무료 체험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신규 가입 시 $10 크레딧 제공 (30일 유효)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신용카드 등록 불필요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5분이면 설정 완료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💳 유연한 요금제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Pay-as-you-go: 사용한 만큼만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팀 플랜: 중앙 관리 + 할인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엔터프라이즈: 전용 지원 + SLA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🤝 지원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24/7 이메일 지원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라이브 채팅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온보딩 가이드 및 튜토리얼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📧 문의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이메일: contact@tsgenai.com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웹사이트: www.tsgenai.com</a:t>
            </a:r>
          </a:p>
          <a:p>
            <a:pPr>
              <a:spcAft>
                <a:spcPts val="1400"/>
              </a:spcAft>
              <a:defRPr sz="2000">
                <a:solidFill>
                  <a:srgbClr val="212121"/>
                </a:solidFill>
              </a:defRPr>
            </a:pPr>
            <a:r>
              <a:t>   • 데모 요청: 즉시 예약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4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감사합니다</a:t>
            </a:r>
          </a:p>
          <a:p>
            <a:pPr algn="ctr">
              <a:defRPr sz="4000">
                <a:solidFill>
                  <a:srgbClr val="FFFFFF"/>
                </a:solidFill>
              </a:defRPr>
            </a:pPr>
          </a:p>
          <a:p>
            <a:pPr algn="ctr">
              <a:defRPr sz="4000">
                <a:solidFill>
                  <a:srgbClr val="FFFFFF"/>
                </a:solidFill>
              </a:defRPr>
            </a:pPr>
            <a:r>
              <a:t>TS GenAI Gateway</a:t>
            </a:r>
          </a:p>
          <a:p>
            <a:pPr algn="ctr">
              <a:defRPr sz="4000">
                <a:solidFill>
                  <a:srgbClr val="FFFFFF"/>
                </a:solidFill>
              </a:defRPr>
            </a:pPr>
            <a:r>
              <a:t>모든 AI를 하나로, 사용한 만큼만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