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Claude Code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95ED"/>
                </a:solidFill>
              </a:defRPr>
            </a:pPr>
            <a:r>
              <a:t>AI 기반 코드 작성 및 프로젝트 관리 솔루션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4114800"/>
            <a:ext cx="4572000" cy="0"/>
          </a:xfrm>
          <a:prstGeom prst="rect">
            <a:avLst/>
          </a:prstGeom>
          <a:solidFill>
            <a:srgbClr val="1E90FF"/>
          </a:solidFill>
          <a:ln w="381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📋 제품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Claude Code Test는 Claude AI를 활용한 혁신적인 개발 솔루션입니다.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AI 기반 코드 생성 및 분석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지능형 프로젝트 관리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자동화된 워크플로우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실시간 코드 개선 제안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주요 기능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 기반 코드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E90FF"/>
                </a:solidFill>
              </a:defRPr>
            </a:pPr>
            <a:r>
              <a:t>🤖 Claude AI 엔진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최신 Claude Sonnet 4.5 모델 탑재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다양한 프로그래밍 언어 지원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컨텍스트 기반 지능형 코드 제안</a:t>
            </a:r>
          </a:p>
          <a:p>
            <a:pPr>
              <a:spcAft>
                <a:spcPts val="600"/>
              </a:spcAft>
              <a:defRPr sz="2000" b="1">
                <a:solidFill>
                  <a:srgbClr val="1E90FF"/>
                </a:solidFill>
              </a:defRPr>
            </a:pPr>
            <a:r>
              <a:t>💡 스마트 코딩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자연어로 코드 생성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실시간 코드 리뷰 및 개선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보안 취약점 자동 감지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프로젝트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E90FF"/>
                </a:solidFill>
              </a:defRPr>
            </a:pPr>
            <a:r>
              <a:t>🔄 Git 통합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완벽한 Git 워크플로우 지원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자동 브랜치 관리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스마트 커밋 및 푸시</a:t>
            </a:r>
          </a:p>
          <a:p>
            <a:pPr>
              <a:spcAft>
                <a:spcPts val="600"/>
              </a:spcAft>
              <a:defRPr sz="2000" b="1">
                <a:solidFill>
                  <a:srgbClr val="1E90FF"/>
                </a:solidFill>
              </a:defRPr>
            </a:pPr>
            <a:r>
              <a:t>📊 작업 추적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실시간 작업 진행 상황 모니터링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자동 Todo 리스트 관리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병렬 작업 처리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코드 분석 및 검색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E90FF"/>
                </a:solidFill>
              </a:defRPr>
            </a:pPr>
            <a:r>
              <a:t>🔍 강력한 검색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정규표현식 기반 코드 검색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패턴 매칭 및 파일 탐색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프로젝트 구조 자동 분석</a:t>
            </a:r>
          </a:p>
          <a:p>
            <a:pPr>
              <a:spcAft>
                <a:spcPts val="600"/>
              </a:spcAft>
              <a:defRPr sz="2000" b="1">
                <a:solidFill>
                  <a:srgbClr val="1E90FF"/>
                </a:solidFill>
              </a:defRPr>
            </a:pPr>
            <a:r>
              <a:t>📈 코드 인사이트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의존성 분석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코드 품질 평가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리팩토링 제안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자동화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E90FF"/>
                </a:solidFill>
              </a:defRPr>
            </a:pPr>
            <a:r>
              <a:t>⚡ 워크플로우 자동화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반복 작업 자동화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테스트 자동 실행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CI/CD 파이프라인 통합</a:t>
            </a:r>
          </a:p>
          <a:p>
            <a:pPr>
              <a:spcAft>
                <a:spcPts val="600"/>
              </a:spcAft>
              <a:defRPr sz="2000" b="1">
                <a:solidFill>
                  <a:srgbClr val="1E90FF"/>
                </a:solidFill>
              </a:defRPr>
            </a:pPr>
            <a:r>
              <a:t>🛠 개발 도구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빌드 프로세스 최적화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에러 자동 수정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문서 자동 생성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기술 스택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E90FF"/>
                </a:solidFill>
              </a:defRPr>
            </a:pPr>
            <a:r>
              <a:t>🧠 AI 엔진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Claude Sonnet 4.5 (최신 모델)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고급 자연어 처리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멀티모달 분석 지원</a:t>
            </a:r>
          </a:p>
          <a:p>
            <a:pPr>
              <a:spcAft>
                <a:spcPts val="600"/>
              </a:spcAft>
              <a:defRPr sz="2000" b="1">
                <a:solidFill>
                  <a:srgbClr val="1E90FF"/>
                </a:solidFill>
              </a:defRPr>
            </a:pPr>
            <a:r>
              <a:t>💻 개발 환경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Linux 기반 시스템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Git 버전 관리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다양한 프로그래밍 언어 지원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사용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1️⃣  코드 리뷰 자동화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→ AI가 코드를 분석하고 개선 사항 제안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2️⃣  문서 자동 생성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→ README, API 문서 자동 작성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3️⃣  버그 수정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→ 자동 버그 감지 및 수정 방안 제시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4️⃣  코드 리팩토링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→ 코드 품질 개선 및 최적화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개발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E90FF"/>
                </a:solidFill>
              </a:defRPr>
            </a:pPr>
            <a:r>
              <a:t>📝 단계별 프로세스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1. 계획 수립 - 작업 분석 및 단계별 계획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2. 구현 - AI 기반 코드 작성 및 수정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3. 테스트 - 자동 테스트 실행 및 검증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4. 리뷰 - 코드 품질 검토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5. 배포 - 변경사항 커밋 및 푸시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보안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E90FF"/>
                </a:solidFill>
              </a:defRPr>
            </a:pPr>
            <a:r>
              <a:t>🔒 보안 기능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OWASP Top 10 취약점 자동 검사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SQL Injection 방지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XSS 공격 차단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안전한 코드 생성 원칙 준수</a:t>
            </a:r>
          </a:p>
          <a:p>
            <a:pPr>
              <a:spcAft>
                <a:spcPts val="600"/>
              </a:spcAft>
              <a:defRPr sz="2000" b="1">
                <a:solidFill>
                  <a:srgbClr val="1E90FF"/>
                </a:solidFill>
              </a:defRPr>
            </a:pPr>
            <a:r>
              <a:t>✅ 보안 모범 사례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정기적인 보안 감사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민감 정보 자동 감지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안전한 의존성 관리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시작하기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E90FF"/>
                </a:solidFill>
              </a:defRPr>
            </a:pPr>
            <a:r>
              <a:t>🚀 설치 방법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# 저장소 클론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git clone https://github.com/therooms76-kr/claude.git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# 프로젝트 디렉토리로 이동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cd claude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# 의존성 설치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npm install  # 또는 pip install -r requirements.txt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🎯  더 많은 프로그래밍 언어 지원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🎯  향상된 AI 모델 통합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🎯  실시간 협업 기능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🎯  클라우드 통합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🎯  성능 최적화 및 확장성 개선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95ED"/>
                </a:solidFill>
              </a:defRPr>
            </a:pPr>
            <a:r>
              <a:t>Claude Code Test와 함께 더 스마트한 개발을 경험하세요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E90FF"/>
                </a:solidFill>
              </a:defRPr>
            </a:pPr>
            <a:r>
              <a:t>github.com/therooms76-kr/claude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CDCDC"/>
                </a:solidFill>
              </a:defRPr>
            </a:pPr>
            <a:r>
              <a:t>Made with ❤️ by Claude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