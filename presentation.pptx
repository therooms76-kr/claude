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/>
            </a:pPr>
            <a:r>
              <a:t>Claude Code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3200"/>
            </a:pPr>
            <a:r>
              <a:t>Claude를 사용한 테스트 프로젝트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Claude Code 테스트 프로젝트</a:t>
            </a:r>
          </a:p>
          <a:p>
            <a:pPr lvl="1"/>
            <a:r>
              <a:t>AI 기반 코드 생성 및 자동화</a:t>
            </a:r>
          </a:p>
          <a:p>
            <a:pPr lvl="1"/>
            <a:r>
              <a:t>PowerPoint 자동 생성 기능</a:t>
            </a:r>
          </a:p>
          <a:p>
            <a:pPr lvl="1"/>
            <a:r>
              <a:t>Python 기반 개발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기능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자동화된 문서 생성</a:t>
            </a:r>
          </a:p>
          <a:p>
            <a:pPr/>
            <a:r>
              <a:t>코드 분석 및 이해</a:t>
            </a:r>
          </a:p>
          <a:p>
            <a:pPr/>
            <a:r>
              <a:t>프레젠테이션 자동 생성</a:t>
            </a:r>
          </a:p>
          <a:p>
            <a:pPr/>
            <a:r>
              <a:t>Git 통합 작업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기술 스택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3.x</a:t>
            </a:r>
          </a:p>
          <a:p>
            <a:pPr/>
            <a:r>
              <a:t>python-pptx 라이브러리</a:t>
            </a:r>
          </a:p>
          <a:p>
            <a:pPr/>
            <a:r>
              <a:t>Git 버전 관리</a:t>
            </a:r>
          </a:p>
          <a:p>
            <a:pPr/>
            <a:r>
              <a:t>Claude AI 통합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감사합니다!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